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7477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树状数组优化建图、主席树优化建图、CDQ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树状数组优化建图、主席树优化建图、CDQ优化建图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讲解108 - 树状数组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讲解157 - 可持久化线段树，就是主席树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讲解170 - CDQ分治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讲解195 - 优化建图的技巧和题目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讲解196 - 2-SAT与前缀优化建图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树状数组优化建图         题目1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主席树优化建图           题目2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CDQ优化建图二维偏序      题目3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CDQ优化建图三维偏序      题目4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三种优化建图结合2-SAT    题目5、题目6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树状数组优化建图、主席树优化建图、CDQ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树状数组优化建图、主席树优化建图、CDQ优化建图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树状数组优化建图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点的编号范围1~n，点权范围1~v，初始时袋子为空，没有任何边，实现如下方法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add(x, xv)，编号为x、点权为xv的点进入袋子，该编号已经入袋则忽略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rangeToX(p, x, w)，袋中点权范围1~p的每个点，向点x连边权为w的边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xToRange(x, p, w)，点x向袋中点权范围1~p的每个点，连边权为w的边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rangeToRange(p1, p2, w)，范围向范围连边，具体含义如下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袋中点权1~p1的每个点，向袋中点权1~p2的每个点，连边权为w的边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建好图之后可以测试图的任何算法，比如dijkstra算法求最短路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对数器验证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树状数组 + 版本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树状数组优化建图、主席树优化建图、CDQ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树状数组优化建图、主席树优化建图、CDQ优化建图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主席树优化建图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点的编号范围1~n，点权范围1~v，初始时袋子为空，没有任何边，实现如下方法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add(x, xv)，编号为x、点权为xv的点进入袋子，该编号已经入袋则忽略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rangeToX(l, r, x, w)，袋中点权范围l~r的每个点，向点x连边权为w的边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xToRange(x, l, r, w)，点x向袋中点权范围l~r的每个点，连边权为w的边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rangeToRange(l1, r1, l2, r2, w)，范围向范围连边，具体含义如下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袋中点权l1~r1的每个点，向袋中点权l2~r2的每个点，连边权为w的边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建好图之后可以测试图的任何算法，比如dijkstra算法求最短路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对数器验证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线段树 + 版本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树状数组优化建图、主席树优化建图、CDQ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树状数组优化建图、主席树优化建图、CDQ优化建图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cdq优化建图二维偏序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一共n个点，每个点给定两个点权，a[i]、b[i]，初始时没有边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一共m条操作，格式 x w，每个满足如下要求的点，都向x连权值为w的边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两种点权 &lt;= x对应的点权，这样的点就算满足要求，注意x自己也是达标的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建好图之后可以测试图的任何算法，比如dijkstra算法求最短路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对数器验证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组内连边 + CDQ分治 + 前缀优化建图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树状数组优化建图、主席树优化建图、CDQ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树状数组优化建图、主席树优化建图、CDQ优化建图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cdq优化建图三维偏序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一共n个点，每个点给定三个点权，a[i]、b[i]、c[i]，初始时没有边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一共m条操作，格式 x w，每个满足如下要求的点，都向x连权值为w的边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三种点权 &lt;= x对应的点权，这样的点就算满足要求，注意x自己也是达标的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建好图之后可以测试图的任何算法，比如dijkstra算法求最短路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对数器验证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组内连边 + CDQ分治 + 树状数组优化建图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树状数组优化建图、主席树优化建图、CDQ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树状数组优化建图、主席树优化建图、CDQ优化建图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划分可重集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给定长度为n的数组arr，从左到右把每个数划分进可重集a、b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每个数至少要进入a或b中的一个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arr[i]能进集合a的条件为，i左侧任何 &lt;= arr[i] - k的数字，都没进集合a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arr[i]能进集合b的条件为，i左侧任何 &gt;= arr[i] + k的数字，都没进集合b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然后有m组关系，每组 x y，保证 x &lt; y，表示两个位置的数不能进入同一个集合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如果不存在合法划分，打印-1，如果存在方案，打印能划分成功的最小k值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n、m &lt;= 2 * 10^4    arr[i]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https://www.luogu.com.cn/problem/P7477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二分答案 + 连边注意2-SAT的对称性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树状数组优化建图的实现 + 主席树优化建图的实现 + CDQ优化建图的实现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树状数组优化建图、主席树优化建图、CDQ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树状数组优化建图、主席树优化建图、CDQ优化建图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喵了个喵 II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给定一个长度为4n的数组arr，1~n每种数字都出现4次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从左到右把每个数字划分进序列0或序列1，要求划分出的两个序列完全相等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如果能做到，先打印"Yes"，然后从左到右打印每个位置划分进了什么序列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如果不能做到，打印"No"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https://www.luogu.com.cn/problem/P9139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题目分析 + 方案化简 + 2-SAT判断 + 注意对称性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树状数组优化建图的实现 + 主席树优化建图的实现 + CDQ优化建图的实现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