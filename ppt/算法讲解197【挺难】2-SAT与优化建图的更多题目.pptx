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587/D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atcoder.jp/contests/arc069/tasks/arc069_d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825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2-SAT与优化建图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2-SAT与优化建图的更多题目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讲解195 - 优化建图的技巧和题目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讲解196 - 2-SAT与前缀优化建图，其中的题目4要重点掌握，规避错误假设的技巧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题目需要的前置知识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讲解051 - 二分答案        本节课题目1、题目2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讲解044 - 前缀树          本节课题目3，前缀树优化建图 + 前后缀优化建图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讲解117 - 倍增表          本节课题目5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讲解165 - 可撤销并查集     本节课题目5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讲解168 - 整体二分        本节课题目5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2-SAT与优化建图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2-SAT与优化建图的更多题目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黑手党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一共n个点，m条无向边，每条边给定端点x、端点y、颜色c、破坏时间t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图中保证没有自环，你可以选择一些边作为摧毁边，剩下的边作为幸存边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摧毁的方式是并行的，所以摧毁耗时 = max(所有摧毁边的破坏时间)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要求任意两条摧毁边不能在图中相邻，任意两条同色的幸存边也不能相邻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满足要求的前提下，摧毁耗时想尽可能的小，请找到可行的摧毁边集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不存在方案打印"No"，存在方案打印"Yes"，然后依次打印如下内容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摧毁耗时、摧毁边集的大小、摧毁边集每条边的序号，任何一个方案皆可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5 * 10^4    1 &lt;= c、t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https://www.luogu.com.cn/problem/CF587D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https://codeforces.com/problemset/problem/587/D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二分答案 + 2-SAT + 前后缀优化建图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2-SAT与优化建图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2-SAT与优化建图的更多题目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旗帜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一共n个旗子，第i号旗子有a[i]和b[i]两个可选位置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你需要决定每个旗子，到底放在两个可选位置中的哪一个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两面旗子之间的最小距离 d 越大，排列看起来就越美观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找到最美观的情况，即求出所有可能的 d 值中的最大值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 &lt;=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a[i]、b[i]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https://www.luogu.com.cn/problem/AT_arc069_d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https://atcoder.jp/contests/arc069/tasks/arc069_d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二分答案 + 2-SAT + 线段树优化建图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除非假设x是无效的，想要进行规避，否则避免出现，x -&gt; x的反面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2-SAT与优化建图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2-SAT与优化建图的更多题目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编码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一共有n个字符串，都由字符 '0'、'1'、'?' 组成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每个字符串最多含有一个'?'，如果不含有，说明该字符串已经确定了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如果字符串含有'?'，那么这个'?'必须变成'0'或'1'中的一个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请把所有字符串都确定下来，要求任意一个字符串不是其它字符串的前缀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存在方案打印"YES"，然后打印每个确定后的字符串，不存在方案打印"NO"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n、字符总数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https://www.luogu.com.cn/problem/P6965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二分答案 + 2-SAT + 前缀树优化建图 + 前后缀优化建图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除非假设x是无效的，想要进行规避，否则避免出现，x -&gt; x的反面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2-SAT与优化建图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2-SAT与优化建图的更多题目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游戏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地面有x、a、b、c四种类型，赛车有A、B、C三辆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类型a不能跑车A，类型b不能跑车B、类型c不能跑车C，类型x没有限制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一共有n个地点，给定每个地点的地面类型，其中x类型的地面有d个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一共有m个限制，格式 pos1 car1 pos2 car2，含义如下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如果pos1号地点使用car1赛车，那么pos2号地点一定要使用car2赛车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每辆赛车可以使用无限次，需要满足以上的规则和限制来安排比赛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如果有方案，找到任意一种方案，打印每个地点用什么车，无方案打印-1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5 * 10^4    1 &lt;= m &lt;= 10^5    0 &lt;= d &lt;= 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https://www.luogu.com.cn/problem/P3825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2-SAT + 类型x三种可能取值变成2-SAT判断 + 二进制枚举所有状况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2-SAT与优化建图的更多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2-SAT与优化建图的更多题目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布尔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一共n个变量，取值为0或1，一共m条限制，格式 u x v y，含义如下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如果u的取值为x，则v的取值为y，同时如果v的取值为y，则u的取值为x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限制的编号范围1~m，限制区间[a, b]如果满足如下条件，就认为是合法的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区间[a, b]内的所有限制，存在一种变量赋值方案，能让它们全部成立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一共有q条查询，格式 l r，含义如下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整个限制区间[l, r]，最少划分成多少段连续区间，使得每个连续区间都合法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打印划分的连续区间数量，如果怎么划分都做不到上述要求，打印-1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    1 &lt;= m &lt;= 6 * 10^5    1 &lt;= q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https://www.luogu.com.cn/problem/P7843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特殊2-SAT模型用并查集判定 + 单调性分析 + 设计倍增表 + 整体二分 + 可撤销并查集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